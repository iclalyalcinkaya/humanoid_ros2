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8" r:id="rId4"/>
    <p:sldId id="267" r:id="rId5"/>
    <p:sldId id="263" r:id="rId6"/>
    <p:sldId id="27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9949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3184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406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0340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72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708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71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6759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11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9236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2391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0916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0288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3634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41787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7490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8324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29CD3-91E1-433A-AB07-0561418FF162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05090-3A1C-4D8B-87A2-0AECF3177B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28313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hotos.app.goo.gl/8PS2PbXjHmBihnDF8" TargetMode="External"/><Relationship Id="rId2" Type="http://schemas.openxmlformats.org/officeDocument/2006/relationships/hyperlink" Target="https://github.com/iclalyalcinkaya/humanoid_ros2/tree/mai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hotos.google.com/share/AF1QipMa9mDRuAqBcYz8uMIfi6cfQKhfFyEVLeHgWgj_Wij8EJlQat_lYiSHRv_kLfoa3w/photo/AF1QipPinIDLNkiTOJYPuO1PX8f8etYoJavdqYqYZrWv?key=bEtiaE44V1RNNnFjRnVMQ2phc2R4cE9fOElta2pR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hotos.app.goo.gl/CP3qzkTMhuLnNLrdA" TargetMode="External"/><Relationship Id="rId2" Type="http://schemas.openxmlformats.org/officeDocument/2006/relationships/hyperlink" Target="https://github.com/6RiverSystems/ros2libj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A4E82D-52F8-A2EC-DDD1-B416C1DC7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Humanoid</a:t>
            </a:r>
            <a:r>
              <a:rPr lang="tr-TR" dirty="0"/>
              <a:t> robot Restorasyon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B03547D-6BA9-7D70-383A-F07D4D4750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İclal </a:t>
            </a:r>
            <a:r>
              <a:rPr lang="tr-TR" dirty="0" err="1"/>
              <a:t>yalçınkaya</a:t>
            </a:r>
            <a:endParaRPr lang="tr-TR" dirty="0"/>
          </a:p>
        </p:txBody>
      </p:sp>
      <p:sp>
        <p:nvSpPr>
          <p:cNvPr id="4" name="Komut Düğmesi: Belge 3">
            <a:hlinkClick r:id="rId2" highlightClick="1"/>
            <a:extLst>
              <a:ext uri="{FF2B5EF4-FFF2-40B4-BE49-F238E27FC236}">
                <a16:creationId xmlns:a16="http://schemas.microsoft.com/office/drawing/2014/main" id="{8E36C646-1DF8-2E9A-85CD-8B647B34C61C}"/>
              </a:ext>
            </a:extLst>
          </p:cNvPr>
          <p:cNvSpPr/>
          <p:nvPr/>
        </p:nvSpPr>
        <p:spPr>
          <a:xfrm>
            <a:off x="10127999" y="2153603"/>
            <a:ext cx="540000" cy="540000"/>
          </a:xfrm>
          <a:prstGeom prst="actionButtonDocumen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Eylem Düğmesi: Video 6">
            <a:hlinkClick r:id="rId3" highlightClick="1"/>
            <a:extLst>
              <a:ext uri="{FF2B5EF4-FFF2-40B4-BE49-F238E27FC236}">
                <a16:creationId xmlns:a16="http://schemas.microsoft.com/office/drawing/2014/main" id="{6079ED14-1A7D-9F2F-CD4F-302F6DA457D2}"/>
              </a:ext>
            </a:extLst>
          </p:cNvPr>
          <p:cNvSpPr/>
          <p:nvPr/>
        </p:nvSpPr>
        <p:spPr>
          <a:xfrm>
            <a:off x="10127999" y="2889000"/>
            <a:ext cx="540000" cy="540000"/>
          </a:xfrm>
          <a:prstGeom prst="actionButtonMovi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697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18B283-2AA8-7A91-06FB-F7DAC6C05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Dirsek EKLEMLERİ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6552DFE-A6DD-B9DD-08D8-75183C204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954587" cy="3541714"/>
          </a:xfrm>
        </p:spPr>
        <p:txBody>
          <a:bodyPr>
            <a:normAutofit/>
          </a:bodyPr>
          <a:lstStyle/>
          <a:p>
            <a:r>
              <a:rPr lang="tr-TR" dirty="0"/>
              <a:t>Dirsek eklemlerinin sabitlenmesi gerekiyor. </a:t>
            </a:r>
          </a:p>
          <a:p>
            <a:r>
              <a:rPr lang="tr-TR" dirty="0"/>
              <a:t>Eklem dönerken sabit olmadığından dönüş ekseni bozuluyor ve dönüş duruyor. Ekseni korumak için motor iki taraftan da alt kola sabitlenmeli.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78B43C8-D358-8AD0-6AB1-8BF2262533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56"/>
          <a:stretch>
            <a:fillRect/>
          </a:stretch>
        </p:blipFill>
        <p:spPr bwMode="auto">
          <a:xfrm>
            <a:off x="6670800" y="396240"/>
            <a:ext cx="3867150" cy="606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780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B8656F-A32C-6A0E-E177-4A8F863B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Omuz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3F52CCB-EA5E-78FA-8456-A352DFE645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93"/>
          <a:stretch>
            <a:fillRect/>
          </a:stretch>
        </p:blipFill>
        <p:spPr>
          <a:xfrm>
            <a:off x="6670800" y="782211"/>
            <a:ext cx="3722051" cy="5293578"/>
          </a:xfrm>
          <a:prstGeom prst="rect">
            <a:avLst/>
          </a:prstGeom>
        </p:spPr>
      </p:pic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35861BBE-D811-D6CF-E0A6-95F56A6FC141}"/>
              </a:ext>
            </a:extLst>
          </p:cNvPr>
          <p:cNvSpPr txBox="1">
            <a:spLocks/>
          </p:cNvSpPr>
          <p:nvPr/>
        </p:nvSpPr>
        <p:spPr>
          <a:xfrm>
            <a:off x="1141413" y="2249487"/>
            <a:ext cx="4954587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Motor kabloları hareketi engellemeyecek şekilde sabitlenmeli.</a:t>
            </a:r>
          </a:p>
          <a:p>
            <a:r>
              <a:rPr lang="tr-TR" dirty="0"/>
              <a:t>Omuz eklem konumları birbirinin sınırlarını değiştirebilir.</a:t>
            </a:r>
          </a:p>
          <a:p>
            <a:r>
              <a:rPr lang="tr-TR" dirty="0"/>
              <a:t>Sol omuz </a:t>
            </a:r>
            <a:r>
              <a:rPr lang="tr-TR" dirty="0" err="1"/>
              <a:t>yaw</a:t>
            </a:r>
            <a:r>
              <a:rPr lang="tr-TR" dirty="0"/>
              <a:t> eklemi açı artırırken sorun yok azaltırken titriyor.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10" name="Eylem Düğmesi: Video 9">
            <a:hlinkClick r:id="rId3" highlightClick="1"/>
            <a:extLst>
              <a:ext uri="{FF2B5EF4-FFF2-40B4-BE49-F238E27FC236}">
                <a16:creationId xmlns:a16="http://schemas.microsoft.com/office/drawing/2014/main" id="{BF653FEE-15C7-1F0A-6866-11E78AB51B1F}"/>
              </a:ext>
            </a:extLst>
          </p:cNvPr>
          <p:cNvSpPr/>
          <p:nvPr/>
        </p:nvSpPr>
        <p:spPr>
          <a:xfrm>
            <a:off x="4918384" y="4804923"/>
            <a:ext cx="360000" cy="360000"/>
          </a:xfrm>
          <a:prstGeom prst="actionButtonMovi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6980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D1084D-5941-ECF8-2B53-73BDC187A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Güç ve KONTROL PLAKASI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C8ECA73-E1B5-D0FD-E503-0D7A0693F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954588" cy="3541714"/>
          </a:xfrm>
        </p:spPr>
        <p:txBody>
          <a:bodyPr>
            <a:normAutofit/>
          </a:bodyPr>
          <a:lstStyle/>
          <a:p>
            <a:r>
              <a:rPr lang="tr-TR" dirty="0"/>
              <a:t>Eklem motorlarının bağlantı sırası hareket sırası göre düzenlenmeli veya hareket sırası ve motor numaraları göz önünde bulundurularak kod değiştirilmeli.</a:t>
            </a:r>
          </a:p>
          <a:p>
            <a:r>
              <a:rPr lang="tr-TR" dirty="0"/>
              <a:t>Arkada bulunan delikli plaka sabitlenmeli.</a:t>
            </a:r>
          </a:p>
          <a:p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FE62324C-BC85-4252-8D64-9A3F4E4E8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67" b="26318"/>
          <a:stretch>
            <a:fillRect/>
          </a:stretch>
        </p:blipFill>
        <p:spPr>
          <a:xfrm>
            <a:off x="6670800" y="2097088"/>
            <a:ext cx="3867593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0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AD5EBA-5BAA-2FA9-910D-ADF18636B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kafa</a:t>
            </a:r>
            <a:endParaRPr lang="tr-TR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A061938-0303-0C56-0F82-6C3A09AD3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954588" cy="3541714"/>
          </a:xfrm>
        </p:spPr>
        <p:txBody>
          <a:bodyPr/>
          <a:lstStyle/>
          <a:p>
            <a:r>
              <a:rPr lang="tr-TR" dirty="0"/>
              <a:t>Kafanın bedene sabitlenmesi ve kablo bağlantılarının yapılması lazım.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10" name="Eylem Düğmesi: Video 9">
            <a:hlinkClick r:id="rId3" highlightClick="1"/>
            <a:extLst>
              <a:ext uri="{FF2B5EF4-FFF2-40B4-BE49-F238E27FC236}">
                <a16:creationId xmlns:a16="http://schemas.microsoft.com/office/drawing/2014/main" id="{A2525B9A-3029-DE8A-A7AF-21344619B1EA}"/>
              </a:ext>
            </a:extLst>
          </p:cNvPr>
          <p:cNvSpPr/>
          <p:nvPr/>
        </p:nvSpPr>
        <p:spPr>
          <a:xfrm>
            <a:off x="2429184" y="1177803"/>
            <a:ext cx="360000" cy="360000"/>
          </a:xfrm>
          <a:prstGeom prst="actionButtonMovi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9C43D756-D286-E894-6CA1-275BE8535C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7" b="18424"/>
          <a:stretch>
            <a:fillRect/>
          </a:stretch>
        </p:blipFill>
        <p:spPr>
          <a:xfrm>
            <a:off x="6669429" y="782579"/>
            <a:ext cx="3867593" cy="545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86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1A293-35D5-3610-03DD-0F40DA1CB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71433777-B35F-7B13-F412-D76BB8BE15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6124484"/>
              </p:ext>
            </p:extLst>
          </p:nvPr>
        </p:nvGraphicFramePr>
        <p:xfrm>
          <a:off x="1143000" y="871056"/>
          <a:ext cx="9640136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411">
                  <a:extLst>
                    <a:ext uri="{9D8B030D-6E8A-4147-A177-3AD203B41FA5}">
                      <a16:colId xmlns:a16="http://schemas.microsoft.com/office/drawing/2014/main" val="2479449276"/>
                    </a:ext>
                  </a:extLst>
                </a:gridCol>
                <a:gridCol w="1601345">
                  <a:extLst>
                    <a:ext uri="{9D8B030D-6E8A-4147-A177-3AD203B41FA5}">
                      <a16:colId xmlns:a16="http://schemas.microsoft.com/office/drawing/2014/main" val="986278172"/>
                    </a:ext>
                  </a:extLst>
                </a:gridCol>
                <a:gridCol w="1601345">
                  <a:extLst>
                    <a:ext uri="{9D8B030D-6E8A-4147-A177-3AD203B41FA5}">
                      <a16:colId xmlns:a16="http://schemas.microsoft.com/office/drawing/2014/main" val="3601417391"/>
                    </a:ext>
                  </a:extLst>
                </a:gridCol>
                <a:gridCol w="1601345">
                  <a:extLst>
                    <a:ext uri="{9D8B030D-6E8A-4147-A177-3AD203B41FA5}">
                      <a16:colId xmlns:a16="http://schemas.microsoft.com/office/drawing/2014/main" val="779011066"/>
                    </a:ext>
                  </a:extLst>
                </a:gridCol>
                <a:gridCol w="1601345">
                  <a:extLst>
                    <a:ext uri="{9D8B030D-6E8A-4147-A177-3AD203B41FA5}">
                      <a16:colId xmlns:a16="http://schemas.microsoft.com/office/drawing/2014/main" val="1341131726"/>
                    </a:ext>
                  </a:extLst>
                </a:gridCol>
                <a:gridCol w="1601345">
                  <a:extLst>
                    <a:ext uri="{9D8B030D-6E8A-4147-A177-3AD203B41FA5}">
                      <a16:colId xmlns:a16="http://schemas.microsoft.com/office/drawing/2014/main" val="11511839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r-TR" dirty="0"/>
                        <a:t>EKLEMLER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ALT SINIR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ÜST SINIR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İÇ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DIŞ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050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L OMUZ YAW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817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L OMUZ 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091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L OMUZ PİTCH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90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L DİRSEK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793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L BİLEK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647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R OMUZ YAW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841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R OMUZ 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614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R OMUZ PİTCH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08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R DİRSEK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883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R BİLEK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04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KAFA YAW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+(sol)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-(sağ)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80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KAFA PİTCH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087633"/>
                  </a:ext>
                </a:extLst>
              </a:tr>
            </a:tbl>
          </a:graphicData>
        </a:graphic>
      </p:graphicFrame>
      <p:sp>
        <p:nvSpPr>
          <p:cNvPr id="7" name="Metin kutusu 6">
            <a:extLst>
              <a:ext uri="{FF2B5EF4-FFF2-40B4-BE49-F238E27FC236}">
                <a16:creationId xmlns:a16="http://schemas.microsoft.com/office/drawing/2014/main" id="{7861D61D-1F4C-1852-8F2C-4621D6DFE2DB}"/>
              </a:ext>
            </a:extLst>
          </p:cNvPr>
          <p:cNvSpPr txBox="1"/>
          <p:nvPr/>
        </p:nvSpPr>
        <p:spPr>
          <a:xfrm>
            <a:off x="1914308" y="5765554"/>
            <a:ext cx="809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Tablodaki eksiklikler sorunlar giderildikten sonra yapılacak testlerle doldurulacaktır. Olan değerler de tekrar kontrol edilecektir.</a:t>
            </a:r>
          </a:p>
        </p:txBody>
      </p:sp>
    </p:spTree>
    <p:extLst>
      <p:ext uri="{BB962C8B-B14F-4D97-AF65-F5344CB8AC3E}">
        <p14:creationId xmlns:p14="http://schemas.microsoft.com/office/powerpoint/2010/main" val="4129079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evre">
  <a:themeElements>
    <a:clrScheme name="Mor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Devre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v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TM04033919[[fn=Devre]]</Template>
  <TotalTime>1372</TotalTime>
  <Words>191</Words>
  <Application>Microsoft Office PowerPoint</Application>
  <PresentationFormat>Geniş ekran</PresentationFormat>
  <Paragraphs>66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9" baseType="lpstr">
      <vt:lpstr>Arial</vt:lpstr>
      <vt:lpstr>Tw Cen MT</vt:lpstr>
      <vt:lpstr>Devre</vt:lpstr>
      <vt:lpstr>Humanoid robot Restorasyon</vt:lpstr>
      <vt:lpstr>Dirsek EKLEMLERİ </vt:lpstr>
      <vt:lpstr>Omuz</vt:lpstr>
      <vt:lpstr>Güç ve KONTROL PLAKASI</vt:lpstr>
      <vt:lpstr>kafa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İclal Yalçınkaya</dc:creator>
  <cp:lastModifiedBy>İclal Yalçınkaya</cp:lastModifiedBy>
  <cp:revision>156</cp:revision>
  <dcterms:created xsi:type="dcterms:W3CDTF">2026-03-05T07:43:03Z</dcterms:created>
  <dcterms:modified xsi:type="dcterms:W3CDTF">2026-03-24T13:08:56Z</dcterms:modified>
</cp:coreProperties>
</file>